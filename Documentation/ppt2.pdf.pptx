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" charset="1" panose="020B0503030501040103"/>
      <p:regular r:id="rId16"/>
    </p:embeddedFont>
    <p:embeddedFont>
      <p:font typeface="Times New Roman" charset="1" panose="02020603050405020304"/>
      <p:regular r:id="rId17"/>
    </p:embeddedFont>
    <p:embeddedFont>
      <p:font typeface="Times New Roman Bold" charset="1" panose="02020803070505020304"/>
      <p:regular r:id="rId18"/>
    </p:embeddedFont>
    <p:embeddedFont>
      <p:font typeface="Lato" charset="1" panose="020F0502020204030203"/>
      <p:regular r:id="rId19"/>
    </p:embeddedFont>
    <p:embeddedFont>
      <p:font typeface="Canva Sans Bold" charset="1" panose="020B0803030501040103"/>
      <p:regular r:id="rId20"/>
    </p:embeddedFont>
    <p:embeddedFont>
      <p:font typeface="Gagalin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910772"/>
            <a:ext cx="18288000" cy="371475"/>
            <a:chOff x="0" y="0"/>
            <a:chExt cx="24384000" cy="49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51510" r="0" b="-111772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164"/>
            <a:ext cx="2486025" cy="2019300"/>
            <a:chOff x="0" y="0"/>
            <a:chExt cx="3314700" cy="269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14700" cy="2692400"/>
            </a:xfrm>
            <a:custGeom>
              <a:avLst/>
              <a:gdLst/>
              <a:ahLst/>
              <a:cxnLst/>
              <a:rect r="r" b="b" t="t" l="l"/>
              <a:pathLst>
                <a:path h="26924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2692400"/>
                  </a:lnTo>
                  <a:lnTo>
                    <a:pt x="0" y="269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39" r="0" b="-264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96503" y="0"/>
            <a:ext cx="1600200" cy="1905000"/>
            <a:chOff x="0" y="0"/>
            <a:chExt cx="2133600" cy="254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36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308" r="-1785" b="-1719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035420" y="6582461"/>
            <a:ext cx="4746527" cy="312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963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Internal Mentor:</a:t>
            </a:r>
          </a:p>
          <a:p>
            <a:pPr algn="l">
              <a:lnSpc>
                <a:spcPts val="4125"/>
              </a:lnSpc>
            </a:pPr>
            <a:r>
              <a:rPr lang="en-US" sz="2964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Prof. Pawan Kumar Gupta</a:t>
            </a:r>
          </a:p>
          <a:p>
            <a:pPr algn="l">
              <a:lnSpc>
                <a:spcPts val="4125"/>
              </a:lnSpc>
            </a:pPr>
          </a:p>
          <a:p>
            <a:pPr algn="l">
              <a:lnSpc>
                <a:spcPts val="4125"/>
              </a:lnSpc>
            </a:pPr>
            <a:r>
              <a:rPr lang="en-US" sz="2964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External Mentor:</a:t>
            </a:r>
          </a:p>
          <a:p>
            <a:pPr algn="l">
              <a:lnSpc>
                <a:spcPts val="4125"/>
              </a:lnSpc>
            </a:pPr>
            <a:r>
              <a:rPr lang="en-US" sz="2964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Mrs. Kalpana Paliwal</a:t>
            </a:r>
          </a:p>
          <a:p>
            <a:pPr algn="l">
              <a:lnSpc>
                <a:spcPts val="412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009281" y="6591986"/>
            <a:ext cx="6193136" cy="264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2"/>
              </a:lnSpc>
            </a:pPr>
            <a:r>
              <a:rPr lang="en-US" sz="2959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Submitted By:</a:t>
            </a:r>
          </a:p>
          <a:p>
            <a:pPr algn="l">
              <a:lnSpc>
                <a:spcPts val="4092"/>
              </a:lnSpc>
            </a:pPr>
            <a:r>
              <a:rPr lang="en-US" sz="2959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Siya Purohit(0827IT231134)</a:t>
            </a:r>
          </a:p>
          <a:p>
            <a:pPr algn="l">
              <a:lnSpc>
                <a:spcPts val="4220"/>
              </a:lnSpc>
            </a:pPr>
            <a:r>
              <a:rPr lang="en-US" sz="305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Tulja Vishwakarma(0827IT231142) Yukti Baldua(0827IT231153) Yuvanshi Bhalawat(0827IT231154)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17722" y="2482701"/>
            <a:ext cx="12210298" cy="316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7"/>
              </a:lnSpc>
            </a:pPr>
            <a:r>
              <a:rPr lang="en-US" sz="6045">
                <a:solidFill>
                  <a:srgbClr val="3621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6045">
                <a:solidFill>
                  <a:srgbClr val="3621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 Mock Interview with </a:t>
            </a:r>
          </a:p>
          <a:p>
            <a:pPr algn="ctr">
              <a:lnSpc>
                <a:spcPts val="8397"/>
              </a:lnSpc>
            </a:pPr>
            <a:r>
              <a:rPr lang="en-US" sz="6045">
                <a:solidFill>
                  <a:srgbClr val="3621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Avatar”</a:t>
            </a:r>
          </a:p>
          <a:p>
            <a:pPr algn="ctr">
              <a:lnSpc>
                <a:spcPts val="8397"/>
              </a:lnSpc>
            </a:pPr>
            <a:r>
              <a:rPr lang="en-US" sz="6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 Presentation II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71475"/>
            <a:chOff x="0" y="0"/>
            <a:chExt cx="24384000" cy="49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51510" r="0" b="-111772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4000" y="1810274"/>
            <a:ext cx="6951221" cy="2024196"/>
          </a:xfrm>
          <a:custGeom>
            <a:avLst/>
            <a:gdLst/>
            <a:ahLst/>
            <a:cxnLst/>
            <a:rect r="r" b="b" t="t" l="l"/>
            <a:pathLst>
              <a:path h="2024196" w="6951221">
                <a:moveTo>
                  <a:pt x="0" y="0"/>
                </a:moveTo>
                <a:lnTo>
                  <a:pt x="6951222" y="0"/>
                </a:lnTo>
                <a:lnTo>
                  <a:pt x="6951222" y="2024196"/>
                </a:lnTo>
                <a:lnTo>
                  <a:pt x="0" y="2024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4000" y="4481970"/>
            <a:ext cx="6951221" cy="2024196"/>
          </a:xfrm>
          <a:custGeom>
            <a:avLst/>
            <a:gdLst/>
            <a:ahLst/>
            <a:cxnLst/>
            <a:rect r="r" b="b" t="t" l="l"/>
            <a:pathLst>
              <a:path h="2024196" w="6951221">
                <a:moveTo>
                  <a:pt x="0" y="0"/>
                </a:moveTo>
                <a:lnTo>
                  <a:pt x="6951222" y="0"/>
                </a:lnTo>
                <a:lnTo>
                  <a:pt x="6951222" y="2024196"/>
                </a:lnTo>
                <a:lnTo>
                  <a:pt x="0" y="2024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71887" y="1810274"/>
            <a:ext cx="6952431" cy="2024196"/>
          </a:xfrm>
          <a:custGeom>
            <a:avLst/>
            <a:gdLst/>
            <a:ahLst/>
            <a:cxnLst/>
            <a:rect r="r" b="b" t="t" l="l"/>
            <a:pathLst>
              <a:path h="2024196" w="6952431">
                <a:moveTo>
                  <a:pt x="0" y="0"/>
                </a:moveTo>
                <a:lnTo>
                  <a:pt x="6952431" y="0"/>
                </a:lnTo>
                <a:lnTo>
                  <a:pt x="6952431" y="2024196"/>
                </a:lnTo>
                <a:lnTo>
                  <a:pt x="0" y="20241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71887" y="4481970"/>
            <a:ext cx="6952431" cy="2024196"/>
          </a:xfrm>
          <a:custGeom>
            <a:avLst/>
            <a:gdLst/>
            <a:ahLst/>
            <a:cxnLst/>
            <a:rect r="r" b="b" t="t" l="l"/>
            <a:pathLst>
              <a:path h="2024196" w="6952431">
                <a:moveTo>
                  <a:pt x="0" y="0"/>
                </a:moveTo>
                <a:lnTo>
                  <a:pt x="6952431" y="0"/>
                </a:lnTo>
                <a:lnTo>
                  <a:pt x="6952431" y="2024196"/>
                </a:lnTo>
                <a:lnTo>
                  <a:pt x="0" y="20241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88390" y="648386"/>
            <a:ext cx="6912169" cy="84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1"/>
              </a:lnSpc>
            </a:pPr>
            <a:r>
              <a:rPr lang="en-US" b="true" sz="4800">
                <a:solidFill>
                  <a:srgbClr val="56604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12163" y="8096726"/>
            <a:ext cx="102203" cy="55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8"/>
              </a:lnSpc>
            </a:pPr>
            <a:r>
              <a:rPr lang="en-US" sz="31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191234"/>
            <a:ext cx="142151" cy="35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8513" y="4832077"/>
            <a:ext cx="6813728" cy="127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Most availabl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 mock interview platforms follow fixed question patterns and fail to simulate the dynamic nature of real interviews.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7784" y="2159079"/>
            <a:ext cx="6735185" cy="127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any students and job seekers face difficulties during interviews despite having strong technical knowledge.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31724" y="4832077"/>
            <a:ext cx="6432756" cy="127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Acc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ess to experienced mentors or interview coaches is often limited, costly, or not always  available.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00986" y="1974857"/>
            <a:ext cx="6858314" cy="165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44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Exis</a:t>
            </a:r>
            <a:r>
              <a:rPr lang="en-US" sz="244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ting preparation methods like reading questions, watching videos, or practicing with peers lack real-time interaction and personalized feedback.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99241" y="7334841"/>
            <a:ext cx="6951221" cy="2024196"/>
          </a:xfrm>
          <a:custGeom>
            <a:avLst/>
            <a:gdLst/>
            <a:ahLst/>
            <a:cxnLst/>
            <a:rect r="r" b="b" t="t" l="l"/>
            <a:pathLst>
              <a:path h="2024196" w="6951221">
                <a:moveTo>
                  <a:pt x="0" y="0"/>
                </a:moveTo>
                <a:lnTo>
                  <a:pt x="6951221" y="0"/>
                </a:lnTo>
                <a:lnTo>
                  <a:pt x="6951221" y="2024195"/>
                </a:lnTo>
                <a:lnTo>
                  <a:pt x="0" y="2024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50230" y="7334841"/>
            <a:ext cx="6951221" cy="2024196"/>
          </a:xfrm>
          <a:custGeom>
            <a:avLst/>
            <a:gdLst/>
            <a:ahLst/>
            <a:cxnLst/>
            <a:rect r="r" b="b" t="t" l="l"/>
            <a:pathLst>
              <a:path h="2024196" w="6951221">
                <a:moveTo>
                  <a:pt x="0" y="0"/>
                </a:moveTo>
                <a:lnTo>
                  <a:pt x="6951221" y="0"/>
                </a:lnTo>
                <a:lnTo>
                  <a:pt x="6951221" y="2024195"/>
                </a:lnTo>
                <a:lnTo>
                  <a:pt x="0" y="2024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05002" y="7745200"/>
            <a:ext cx="640796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Candidates do not receive proper insights into their communication skills,  confidence level, and answer quality.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09462" y="7492609"/>
            <a:ext cx="6432756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There is a need for a system that provides a realistic, adaptive, and intelligent interview environment for effective practice and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58308" y="2442048"/>
            <a:ext cx="4629150" cy="5829300"/>
            <a:chOff x="0" y="0"/>
            <a:chExt cx="6172200" cy="7772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2200" cy="7772400"/>
            </a:xfrm>
            <a:custGeom>
              <a:avLst/>
              <a:gdLst/>
              <a:ahLst/>
              <a:cxnLst/>
              <a:rect r="r" b="b" t="t" l="l"/>
              <a:pathLst>
                <a:path h="7772400" w="6172200">
                  <a:moveTo>
                    <a:pt x="0" y="0"/>
                  </a:moveTo>
                  <a:lnTo>
                    <a:pt x="6172200" y="0"/>
                  </a:lnTo>
                  <a:lnTo>
                    <a:pt x="6172200" y="7772400"/>
                  </a:lnTo>
                  <a:lnTo>
                    <a:pt x="0" y="777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54" r="0" b="-956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371475"/>
            <a:chOff x="0" y="0"/>
            <a:chExt cx="24384000" cy="495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51510" r="0" b="-111772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044041" y="691991"/>
            <a:ext cx="6323848" cy="80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5"/>
              </a:lnSpc>
            </a:pPr>
            <a:r>
              <a:rPr lang="en-US" b="true" sz="4582">
                <a:solidFill>
                  <a:srgbClr val="56604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37306" y="1529391"/>
            <a:ext cx="112947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3487">
                <a:solidFill>
                  <a:srgbClr val="3621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191234"/>
            <a:ext cx="150247" cy="35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4186" y="1604918"/>
            <a:ext cx="11897779" cy="793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408" indent="-302204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process begins when a user uploads their resume into the system. Artificial intelligence quickly studies the information. Skills, projects, work history — everything gets scanned. From there, the interview slowly starts to take shape.</a:t>
            </a:r>
          </a:p>
          <a:p>
            <a:pPr algn="l">
              <a:lnSpc>
                <a:spcPts val="3919"/>
              </a:lnSpc>
            </a:pPr>
          </a:p>
          <a:p>
            <a:pPr algn="l" marL="604408" indent="-302204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Advanced language models guide the conversation. Questions are not fixed beforehand. They adapt depending on what the candidate says. Sometimes the flow feels formal, other times a bit casual. Almost like a real interviewer thinking on the spot.</a:t>
            </a:r>
          </a:p>
          <a:p>
            <a:pPr algn="l">
              <a:lnSpc>
                <a:spcPts val="3919"/>
              </a:lnSpc>
            </a:pPr>
          </a:p>
          <a:p>
            <a:pPr algn="l" marL="604408" indent="-302204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Repeating practice sessions helps candidates slowly build confidence. Each round improves clarity and response quality. Small progress appears over time.</a:t>
            </a:r>
          </a:p>
          <a:p>
            <a:pPr algn="l">
              <a:lnSpc>
                <a:spcPts val="4059"/>
              </a:lnSpc>
            </a:pPr>
          </a:p>
          <a:p>
            <a:pPr algn="l" marL="604408" indent="-302204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Mistakes during practice are expected. In fact, they help the learning process. With repeated  sessions, think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71475"/>
            <a:chOff x="0" y="0"/>
            <a:chExt cx="24384000" cy="49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51510" r="0" b="-111772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94830" y="2752601"/>
            <a:ext cx="233467" cy="233467"/>
            <a:chOff x="0" y="0"/>
            <a:chExt cx="233464" cy="233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424" cy="233297"/>
            </a:xfrm>
            <a:custGeom>
              <a:avLst/>
              <a:gdLst/>
              <a:ahLst/>
              <a:cxnLst/>
              <a:rect r="r" b="b" t="t" l="l"/>
              <a:pathLst>
                <a:path h="233297" w="233424">
                  <a:moveTo>
                    <a:pt x="233424" y="116712"/>
                  </a:moveTo>
                  <a:cubicBezTo>
                    <a:pt x="233424" y="124332"/>
                    <a:pt x="232663" y="131952"/>
                    <a:pt x="231139" y="139445"/>
                  </a:cubicBezTo>
                  <a:cubicBezTo>
                    <a:pt x="229615" y="146938"/>
                    <a:pt x="227456" y="154304"/>
                    <a:pt x="224535" y="161289"/>
                  </a:cubicBezTo>
                  <a:cubicBezTo>
                    <a:pt x="221614" y="168274"/>
                    <a:pt x="218058" y="175132"/>
                    <a:pt x="213740" y="181482"/>
                  </a:cubicBezTo>
                  <a:cubicBezTo>
                    <a:pt x="209422" y="187832"/>
                    <a:pt x="204596" y="193801"/>
                    <a:pt x="199262" y="199135"/>
                  </a:cubicBezTo>
                  <a:cubicBezTo>
                    <a:pt x="193928" y="204469"/>
                    <a:pt x="187959" y="209422"/>
                    <a:pt x="181609" y="213613"/>
                  </a:cubicBezTo>
                  <a:cubicBezTo>
                    <a:pt x="175259" y="217804"/>
                    <a:pt x="168528" y="221487"/>
                    <a:pt x="161416" y="224408"/>
                  </a:cubicBezTo>
                  <a:cubicBezTo>
                    <a:pt x="154304" y="227329"/>
                    <a:pt x="147065" y="229615"/>
                    <a:pt x="139572" y="231012"/>
                  </a:cubicBezTo>
                  <a:cubicBezTo>
                    <a:pt x="132079" y="232409"/>
                    <a:pt x="124459" y="233297"/>
                    <a:pt x="116839" y="233297"/>
                  </a:cubicBezTo>
                  <a:cubicBezTo>
                    <a:pt x="109219" y="233297"/>
                    <a:pt x="101599" y="232536"/>
                    <a:pt x="94106" y="231012"/>
                  </a:cubicBezTo>
                  <a:cubicBezTo>
                    <a:pt x="86613" y="229488"/>
                    <a:pt x="79247" y="227329"/>
                    <a:pt x="72263" y="224408"/>
                  </a:cubicBezTo>
                  <a:cubicBezTo>
                    <a:pt x="65278" y="221487"/>
                    <a:pt x="58420" y="217931"/>
                    <a:pt x="52070" y="213613"/>
                  </a:cubicBezTo>
                  <a:cubicBezTo>
                    <a:pt x="45720" y="209295"/>
                    <a:pt x="39751" y="204469"/>
                    <a:pt x="34417" y="199135"/>
                  </a:cubicBezTo>
                  <a:cubicBezTo>
                    <a:pt x="29083" y="193801"/>
                    <a:pt x="24130" y="187832"/>
                    <a:pt x="19939" y="181482"/>
                  </a:cubicBezTo>
                  <a:cubicBezTo>
                    <a:pt x="15748" y="175132"/>
                    <a:pt x="11811" y="168528"/>
                    <a:pt x="8890" y="161416"/>
                  </a:cubicBezTo>
                  <a:cubicBezTo>
                    <a:pt x="5969" y="154304"/>
                    <a:pt x="3683" y="147065"/>
                    <a:pt x="2286" y="139445"/>
                  </a:cubicBezTo>
                  <a:cubicBezTo>
                    <a:pt x="889" y="131825"/>
                    <a:pt x="0" y="124459"/>
                    <a:pt x="0" y="116712"/>
                  </a:cubicBezTo>
                  <a:cubicBezTo>
                    <a:pt x="0" y="108965"/>
                    <a:pt x="762" y="101472"/>
                    <a:pt x="2286" y="93979"/>
                  </a:cubicBezTo>
                  <a:cubicBezTo>
                    <a:pt x="3810" y="86486"/>
                    <a:pt x="5969" y="79120"/>
                    <a:pt x="8890" y="72009"/>
                  </a:cubicBezTo>
                  <a:cubicBezTo>
                    <a:pt x="11811" y="64897"/>
                    <a:pt x="15367" y="58166"/>
                    <a:pt x="19685" y="51816"/>
                  </a:cubicBezTo>
                  <a:cubicBezTo>
                    <a:pt x="24003" y="45466"/>
                    <a:pt x="28829" y="39497"/>
                    <a:pt x="34163" y="34163"/>
                  </a:cubicBezTo>
                  <a:cubicBezTo>
                    <a:pt x="39497" y="28829"/>
                    <a:pt x="45466" y="23876"/>
                    <a:pt x="51816" y="19685"/>
                  </a:cubicBezTo>
                  <a:cubicBezTo>
                    <a:pt x="58166" y="15494"/>
                    <a:pt x="65024" y="11811"/>
                    <a:pt x="72009" y="8890"/>
                  </a:cubicBezTo>
                  <a:cubicBezTo>
                    <a:pt x="78994" y="5969"/>
                    <a:pt x="86486" y="3683"/>
                    <a:pt x="93979" y="2286"/>
                  </a:cubicBezTo>
                  <a:cubicBezTo>
                    <a:pt x="101472" y="889"/>
                    <a:pt x="109092" y="0"/>
                    <a:pt x="116712" y="0"/>
                  </a:cubicBezTo>
                  <a:cubicBezTo>
                    <a:pt x="124332" y="0"/>
                    <a:pt x="131952" y="762"/>
                    <a:pt x="139445" y="2286"/>
                  </a:cubicBezTo>
                  <a:cubicBezTo>
                    <a:pt x="146938" y="3810"/>
                    <a:pt x="154304" y="5969"/>
                    <a:pt x="161289" y="8890"/>
                  </a:cubicBezTo>
                  <a:cubicBezTo>
                    <a:pt x="168274" y="11811"/>
                    <a:pt x="175132" y="15367"/>
                    <a:pt x="181482" y="19685"/>
                  </a:cubicBezTo>
                  <a:cubicBezTo>
                    <a:pt x="187832" y="24003"/>
                    <a:pt x="193801" y="28829"/>
                    <a:pt x="199135" y="34163"/>
                  </a:cubicBezTo>
                  <a:cubicBezTo>
                    <a:pt x="204469" y="39497"/>
                    <a:pt x="209422" y="45466"/>
                    <a:pt x="213613" y="51816"/>
                  </a:cubicBezTo>
                  <a:cubicBezTo>
                    <a:pt x="217804" y="58166"/>
                    <a:pt x="221487" y="64897"/>
                    <a:pt x="224408" y="72009"/>
                  </a:cubicBezTo>
                  <a:cubicBezTo>
                    <a:pt x="227329" y="79120"/>
                    <a:pt x="229615" y="86359"/>
                    <a:pt x="231012" y="93852"/>
                  </a:cubicBezTo>
                  <a:cubicBezTo>
                    <a:pt x="232409" y="101345"/>
                    <a:pt x="233297" y="108965"/>
                    <a:pt x="233297" y="116585"/>
                  </a:cubicBezTo>
                  <a:close/>
                </a:path>
              </a:pathLst>
            </a:custGeom>
            <a:solidFill>
              <a:srgbClr val="3621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94830" y="3664220"/>
            <a:ext cx="233467" cy="233467"/>
            <a:chOff x="0" y="0"/>
            <a:chExt cx="233464" cy="233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424" cy="233298"/>
            </a:xfrm>
            <a:custGeom>
              <a:avLst/>
              <a:gdLst/>
              <a:ahLst/>
              <a:cxnLst/>
              <a:rect r="r" b="b" t="t" l="l"/>
              <a:pathLst>
                <a:path h="233298" w="233424">
                  <a:moveTo>
                    <a:pt x="233424" y="116713"/>
                  </a:moveTo>
                  <a:cubicBezTo>
                    <a:pt x="233424" y="124333"/>
                    <a:pt x="232663" y="131953"/>
                    <a:pt x="231139" y="139446"/>
                  </a:cubicBezTo>
                  <a:cubicBezTo>
                    <a:pt x="229615" y="146939"/>
                    <a:pt x="227456" y="154305"/>
                    <a:pt x="224535" y="161290"/>
                  </a:cubicBezTo>
                  <a:cubicBezTo>
                    <a:pt x="221614" y="168274"/>
                    <a:pt x="218058" y="175132"/>
                    <a:pt x="213740" y="181482"/>
                  </a:cubicBezTo>
                  <a:cubicBezTo>
                    <a:pt x="209422" y="187832"/>
                    <a:pt x="204596" y="193801"/>
                    <a:pt x="199262" y="199135"/>
                  </a:cubicBezTo>
                  <a:cubicBezTo>
                    <a:pt x="193928" y="204469"/>
                    <a:pt x="187959" y="209422"/>
                    <a:pt x="181609" y="213613"/>
                  </a:cubicBezTo>
                  <a:cubicBezTo>
                    <a:pt x="175259" y="217804"/>
                    <a:pt x="168528" y="221487"/>
                    <a:pt x="161416" y="224408"/>
                  </a:cubicBezTo>
                  <a:cubicBezTo>
                    <a:pt x="154304" y="227329"/>
                    <a:pt x="147065" y="229615"/>
                    <a:pt x="139572" y="231012"/>
                  </a:cubicBezTo>
                  <a:cubicBezTo>
                    <a:pt x="132079" y="232409"/>
                    <a:pt x="124459" y="233298"/>
                    <a:pt x="116839" y="233298"/>
                  </a:cubicBezTo>
                  <a:cubicBezTo>
                    <a:pt x="109219" y="233298"/>
                    <a:pt x="101599" y="232536"/>
                    <a:pt x="94106" y="231012"/>
                  </a:cubicBezTo>
                  <a:cubicBezTo>
                    <a:pt x="86613" y="229488"/>
                    <a:pt x="79247" y="227329"/>
                    <a:pt x="72263" y="224408"/>
                  </a:cubicBezTo>
                  <a:cubicBezTo>
                    <a:pt x="65278" y="221487"/>
                    <a:pt x="58420" y="217931"/>
                    <a:pt x="52070" y="213613"/>
                  </a:cubicBezTo>
                  <a:cubicBezTo>
                    <a:pt x="45720" y="209295"/>
                    <a:pt x="39751" y="204469"/>
                    <a:pt x="34417" y="199135"/>
                  </a:cubicBezTo>
                  <a:cubicBezTo>
                    <a:pt x="29083" y="193801"/>
                    <a:pt x="24130" y="187832"/>
                    <a:pt x="19939" y="181482"/>
                  </a:cubicBezTo>
                  <a:cubicBezTo>
                    <a:pt x="15748" y="175132"/>
                    <a:pt x="11811" y="168528"/>
                    <a:pt x="8890" y="161417"/>
                  </a:cubicBezTo>
                  <a:cubicBezTo>
                    <a:pt x="5969" y="154305"/>
                    <a:pt x="3683" y="147066"/>
                    <a:pt x="2286" y="139446"/>
                  </a:cubicBezTo>
                  <a:cubicBezTo>
                    <a:pt x="889" y="131826"/>
                    <a:pt x="0" y="124460"/>
                    <a:pt x="0" y="116713"/>
                  </a:cubicBezTo>
                  <a:cubicBezTo>
                    <a:pt x="0" y="108966"/>
                    <a:pt x="762" y="101473"/>
                    <a:pt x="2286" y="93980"/>
                  </a:cubicBezTo>
                  <a:cubicBezTo>
                    <a:pt x="3810" y="86487"/>
                    <a:pt x="5969" y="79121"/>
                    <a:pt x="8890" y="72009"/>
                  </a:cubicBezTo>
                  <a:cubicBezTo>
                    <a:pt x="11811" y="64897"/>
                    <a:pt x="15367" y="58166"/>
                    <a:pt x="19685" y="51816"/>
                  </a:cubicBezTo>
                  <a:cubicBezTo>
                    <a:pt x="24003" y="45466"/>
                    <a:pt x="28829" y="39497"/>
                    <a:pt x="34163" y="34163"/>
                  </a:cubicBezTo>
                  <a:cubicBezTo>
                    <a:pt x="39497" y="28829"/>
                    <a:pt x="45466" y="23876"/>
                    <a:pt x="51816" y="19685"/>
                  </a:cubicBezTo>
                  <a:cubicBezTo>
                    <a:pt x="58166" y="15494"/>
                    <a:pt x="65024" y="11811"/>
                    <a:pt x="72009" y="8890"/>
                  </a:cubicBezTo>
                  <a:cubicBezTo>
                    <a:pt x="78994" y="5969"/>
                    <a:pt x="86486" y="3683"/>
                    <a:pt x="93979" y="2286"/>
                  </a:cubicBezTo>
                  <a:cubicBezTo>
                    <a:pt x="101472" y="889"/>
                    <a:pt x="109092" y="0"/>
                    <a:pt x="116712" y="0"/>
                  </a:cubicBezTo>
                  <a:cubicBezTo>
                    <a:pt x="124332" y="0"/>
                    <a:pt x="131952" y="762"/>
                    <a:pt x="139445" y="2286"/>
                  </a:cubicBezTo>
                  <a:cubicBezTo>
                    <a:pt x="146938" y="3810"/>
                    <a:pt x="154304" y="5969"/>
                    <a:pt x="161289" y="8890"/>
                  </a:cubicBezTo>
                  <a:cubicBezTo>
                    <a:pt x="168274" y="11811"/>
                    <a:pt x="175132" y="15367"/>
                    <a:pt x="181482" y="19685"/>
                  </a:cubicBezTo>
                  <a:cubicBezTo>
                    <a:pt x="187832" y="24003"/>
                    <a:pt x="193801" y="28829"/>
                    <a:pt x="199135" y="34163"/>
                  </a:cubicBezTo>
                  <a:cubicBezTo>
                    <a:pt x="204469" y="39497"/>
                    <a:pt x="209422" y="45466"/>
                    <a:pt x="213613" y="51816"/>
                  </a:cubicBezTo>
                  <a:cubicBezTo>
                    <a:pt x="217804" y="58166"/>
                    <a:pt x="221487" y="64897"/>
                    <a:pt x="224408" y="72009"/>
                  </a:cubicBezTo>
                  <a:cubicBezTo>
                    <a:pt x="227329" y="79121"/>
                    <a:pt x="229615" y="86360"/>
                    <a:pt x="231012" y="93853"/>
                  </a:cubicBezTo>
                  <a:cubicBezTo>
                    <a:pt x="232409" y="101346"/>
                    <a:pt x="233297" y="108966"/>
                    <a:pt x="233297" y="116586"/>
                  </a:cubicBezTo>
                  <a:close/>
                </a:path>
              </a:pathLst>
            </a:custGeom>
            <a:solidFill>
              <a:srgbClr val="36211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94830" y="4575848"/>
            <a:ext cx="233467" cy="233467"/>
            <a:chOff x="0" y="0"/>
            <a:chExt cx="233464" cy="2334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424" cy="233298"/>
            </a:xfrm>
            <a:custGeom>
              <a:avLst/>
              <a:gdLst/>
              <a:ahLst/>
              <a:cxnLst/>
              <a:rect r="r" b="b" t="t" l="l"/>
              <a:pathLst>
                <a:path h="233298" w="233424">
                  <a:moveTo>
                    <a:pt x="233424" y="116712"/>
                  </a:moveTo>
                  <a:cubicBezTo>
                    <a:pt x="233424" y="124332"/>
                    <a:pt x="232663" y="131952"/>
                    <a:pt x="231139" y="139445"/>
                  </a:cubicBezTo>
                  <a:cubicBezTo>
                    <a:pt x="229615" y="146938"/>
                    <a:pt x="227456" y="154304"/>
                    <a:pt x="224535" y="161289"/>
                  </a:cubicBezTo>
                  <a:cubicBezTo>
                    <a:pt x="221614" y="168274"/>
                    <a:pt x="218058" y="175132"/>
                    <a:pt x="213740" y="181482"/>
                  </a:cubicBezTo>
                  <a:cubicBezTo>
                    <a:pt x="209422" y="187832"/>
                    <a:pt x="204596" y="193801"/>
                    <a:pt x="199262" y="199135"/>
                  </a:cubicBezTo>
                  <a:cubicBezTo>
                    <a:pt x="193928" y="204469"/>
                    <a:pt x="187959" y="209422"/>
                    <a:pt x="181609" y="213613"/>
                  </a:cubicBezTo>
                  <a:cubicBezTo>
                    <a:pt x="175259" y="217804"/>
                    <a:pt x="168528" y="221487"/>
                    <a:pt x="161416" y="224408"/>
                  </a:cubicBezTo>
                  <a:cubicBezTo>
                    <a:pt x="154304" y="227329"/>
                    <a:pt x="147065" y="229615"/>
                    <a:pt x="139572" y="231012"/>
                  </a:cubicBezTo>
                  <a:cubicBezTo>
                    <a:pt x="132079" y="232409"/>
                    <a:pt x="124459" y="233298"/>
                    <a:pt x="116839" y="233298"/>
                  </a:cubicBezTo>
                  <a:cubicBezTo>
                    <a:pt x="109219" y="233298"/>
                    <a:pt x="101599" y="232536"/>
                    <a:pt x="94106" y="231012"/>
                  </a:cubicBezTo>
                  <a:cubicBezTo>
                    <a:pt x="86613" y="229488"/>
                    <a:pt x="79247" y="227329"/>
                    <a:pt x="72263" y="224408"/>
                  </a:cubicBezTo>
                  <a:cubicBezTo>
                    <a:pt x="65278" y="221487"/>
                    <a:pt x="58420" y="217931"/>
                    <a:pt x="52070" y="213613"/>
                  </a:cubicBezTo>
                  <a:cubicBezTo>
                    <a:pt x="45720" y="209295"/>
                    <a:pt x="39751" y="204469"/>
                    <a:pt x="34417" y="199135"/>
                  </a:cubicBezTo>
                  <a:cubicBezTo>
                    <a:pt x="29083" y="193801"/>
                    <a:pt x="24130" y="187832"/>
                    <a:pt x="19939" y="181482"/>
                  </a:cubicBezTo>
                  <a:cubicBezTo>
                    <a:pt x="15748" y="175132"/>
                    <a:pt x="11811" y="168528"/>
                    <a:pt x="8890" y="161416"/>
                  </a:cubicBezTo>
                  <a:cubicBezTo>
                    <a:pt x="5969" y="154304"/>
                    <a:pt x="3683" y="147065"/>
                    <a:pt x="2286" y="139445"/>
                  </a:cubicBezTo>
                  <a:cubicBezTo>
                    <a:pt x="889" y="131825"/>
                    <a:pt x="0" y="124459"/>
                    <a:pt x="0" y="116712"/>
                  </a:cubicBezTo>
                  <a:cubicBezTo>
                    <a:pt x="0" y="108965"/>
                    <a:pt x="762" y="101473"/>
                    <a:pt x="2286" y="93980"/>
                  </a:cubicBezTo>
                  <a:cubicBezTo>
                    <a:pt x="3810" y="86487"/>
                    <a:pt x="5969" y="79121"/>
                    <a:pt x="8890" y="72009"/>
                  </a:cubicBezTo>
                  <a:cubicBezTo>
                    <a:pt x="11811" y="64897"/>
                    <a:pt x="15367" y="58166"/>
                    <a:pt x="19685" y="51816"/>
                  </a:cubicBezTo>
                  <a:cubicBezTo>
                    <a:pt x="24003" y="45466"/>
                    <a:pt x="28829" y="39497"/>
                    <a:pt x="34163" y="34163"/>
                  </a:cubicBezTo>
                  <a:cubicBezTo>
                    <a:pt x="39497" y="28829"/>
                    <a:pt x="45466" y="23876"/>
                    <a:pt x="51816" y="19685"/>
                  </a:cubicBezTo>
                  <a:cubicBezTo>
                    <a:pt x="58166" y="15494"/>
                    <a:pt x="65024" y="11811"/>
                    <a:pt x="72009" y="8890"/>
                  </a:cubicBezTo>
                  <a:cubicBezTo>
                    <a:pt x="78994" y="5969"/>
                    <a:pt x="86486" y="3683"/>
                    <a:pt x="93979" y="2286"/>
                  </a:cubicBezTo>
                  <a:cubicBezTo>
                    <a:pt x="101472" y="889"/>
                    <a:pt x="109092" y="0"/>
                    <a:pt x="116712" y="0"/>
                  </a:cubicBezTo>
                  <a:cubicBezTo>
                    <a:pt x="124332" y="0"/>
                    <a:pt x="131952" y="762"/>
                    <a:pt x="139445" y="2286"/>
                  </a:cubicBezTo>
                  <a:cubicBezTo>
                    <a:pt x="146938" y="3810"/>
                    <a:pt x="154304" y="5969"/>
                    <a:pt x="161289" y="8890"/>
                  </a:cubicBezTo>
                  <a:cubicBezTo>
                    <a:pt x="168274" y="11811"/>
                    <a:pt x="175132" y="15367"/>
                    <a:pt x="181482" y="19685"/>
                  </a:cubicBezTo>
                  <a:cubicBezTo>
                    <a:pt x="187832" y="24003"/>
                    <a:pt x="193801" y="28829"/>
                    <a:pt x="199135" y="34163"/>
                  </a:cubicBezTo>
                  <a:cubicBezTo>
                    <a:pt x="204469" y="39497"/>
                    <a:pt x="209422" y="45466"/>
                    <a:pt x="213613" y="51816"/>
                  </a:cubicBezTo>
                  <a:cubicBezTo>
                    <a:pt x="217804" y="58166"/>
                    <a:pt x="221487" y="64897"/>
                    <a:pt x="224408" y="72009"/>
                  </a:cubicBezTo>
                  <a:cubicBezTo>
                    <a:pt x="227329" y="79121"/>
                    <a:pt x="229615" y="86360"/>
                    <a:pt x="231012" y="93853"/>
                  </a:cubicBezTo>
                  <a:cubicBezTo>
                    <a:pt x="232409" y="101346"/>
                    <a:pt x="233297" y="108965"/>
                    <a:pt x="233297" y="116585"/>
                  </a:cubicBezTo>
                  <a:close/>
                </a:path>
              </a:pathLst>
            </a:custGeom>
            <a:solidFill>
              <a:srgbClr val="36211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94830" y="5487476"/>
            <a:ext cx="233467" cy="233467"/>
            <a:chOff x="0" y="0"/>
            <a:chExt cx="233464" cy="2334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3424" cy="233298"/>
            </a:xfrm>
            <a:custGeom>
              <a:avLst/>
              <a:gdLst/>
              <a:ahLst/>
              <a:cxnLst/>
              <a:rect r="r" b="b" t="t" l="l"/>
              <a:pathLst>
                <a:path h="233298" w="233424">
                  <a:moveTo>
                    <a:pt x="233424" y="116712"/>
                  </a:moveTo>
                  <a:cubicBezTo>
                    <a:pt x="233424" y="124332"/>
                    <a:pt x="232663" y="131952"/>
                    <a:pt x="231139" y="139445"/>
                  </a:cubicBezTo>
                  <a:cubicBezTo>
                    <a:pt x="229615" y="146938"/>
                    <a:pt x="227456" y="154304"/>
                    <a:pt x="224535" y="161289"/>
                  </a:cubicBezTo>
                  <a:cubicBezTo>
                    <a:pt x="221614" y="168274"/>
                    <a:pt x="218058" y="175132"/>
                    <a:pt x="213740" y="181482"/>
                  </a:cubicBezTo>
                  <a:cubicBezTo>
                    <a:pt x="209422" y="187832"/>
                    <a:pt x="204596" y="193801"/>
                    <a:pt x="199262" y="199135"/>
                  </a:cubicBezTo>
                  <a:cubicBezTo>
                    <a:pt x="193928" y="204469"/>
                    <a:pt x="187959" y="209422"/>
                    <a:pt x="181609" y="213613"/>
                  </a:cubicBezTo>
                  <a:cubicBezTo>
                    <a:pt x="175259" y="217804"/>
                    <a:pt x="168528" y="221487"/>
                    <a:pt x="161416" y="224408"/>
                  </a:cubicBezTo>
                  <a:cubicBezTo>
                    <a:pt x="154304" y="227329"/>
                    <a:pt x="147065" y="229615"/>
                    <a:pt x="139572" y="231012"/>
                  </a:cubicBezTo>
                  <a:cubicBezTo>
                    <a:pt x="132079" y="232409"/>
                    <a:pt x="124459" y="233298"/>
                    <a:pt x="116839" y="233298"/>
                  </a:cubicBezTo>
                  <a:cubicBezTo>
                    <a:pt x="109219" y="233298"/>
                    <a:pt x="101599" y="232536"/>
                    <a:pt x="94106" y="231012"/>
                  </a:cubicBezTo>
                  <a:cubicBezTo>
                    <a:pt x="86613" y="229488"/>
                    <a:pt x="79247" y="227329"/>
                    <a:pt x="72263" y="224408"/>
                  </a:cubicBezTo>
                  <a:cubicBezTo>
                    <a:pt x="65278" y="221487"/>
                    <a:pt x="58420" y="217931"/>
                    <a:pt x="52070" y="213613"/>
                  </a:cubicBezTo>
                  <a:cubicBezTo>
                    <a:pt x="45720" y="209295"/>
                    <a:pt x="39751" y="204469"/>
                    <a:pt x="34417" y="199135"/>
                  </a:cubicBezTo>
                  <a:cubicBezTo>
                    <a:pt x="29083" y="193801"/>
                    <a:pt x="24130" y="187832"/>
                    <a:pt x="19939" y="181482"/>
                  </a:cubicBezTo>
                  <a:cubicBezTo>
                    <a:pt x="15748" y="175132"/>
                    <a:pt x="11811" y="168528"/>
                    <a:pt x="8890" y="161416"/>
                  </a:cubicBezTo>
                  <a:cubicBezTo>
                    <a:pt x="5969" y="154304"/>
                    <a:pt x="3683" y="147065"/>
                    <a:pt x="2286" y="139445"/>
                  </a:cubicBezTo>
                  <a:cubicBezTo>
                    <a:pt x="889" y="131825"/>
                    <a:pt x="0" y="124459"/>
                    <a:pt x="0" y="116712"/>
                  </a:cubicBezTo>
                  <a:cubicBezTo>
                    <a:pt x="0" y="108965"/>
                    <a:pt x="762" y="101473"/>
                    <a:pt x="2286" y="93980"/>
                  </a:cubicBezTo>
                  <a:cubicBezTo>
                    <a:pt x="3810" y="86487"/>
                    <a:pt x="5969" y="79121"/>
                    <a:pt x="8890" y="72009"/>
                  </a:cubicBezTo>
                  <a:cubicBezTo>
                    <a:pt x="11811" y="64897"/>
                    <a:pt x="15367" y="58166"/>
                    <a:pt x="19685" y="51816"/>
                  </a:cubicBezTo>
                  <a:cubicBezTo>
                    <a:pt x="24003" y="45466"/>
                    <a:pt x="28829" y="39497"/>
                    <a:pt x="34163" y="34163"/>
                  </a:cubicBezTo>
                  <a:cubicBezTo>
                    <a:pt x="39497" y="28829"/>
                    <a:pt x="45466" y="23876"/>
                    <a:pt x="51816" y="19685"/>
                  </a:cubicBezTo>
                  <a:cubicBezTo>
                    <a:pt x="58166" y="15494"/>
                    <a:pt x="65024" y="11811"/>
                    <a:pt x="72009" y="8890"/>
                  </a:cubicBezTo>
                  <a:cubicBezTo>
                    <a:pt x="78994" y="5969"/>
                    <a:pt x="86486" y="3683"/>
                    <a:pt x="93979" y="2286"/>
                  </a:cubicBezTo>
                  <a:cubicBezTo>
                    <a:pt x="101472" y="889"/>
                    <a:pt x="109092" y="0"/>
                    <a:pt x="116712" y="0"/>
                  </a:cubicBezTo>
                  <a:cubicBezTo>
                    <a:pt x="124332" y="0"/>
                    <a:pt x="131952" y="762"/>
                    <a:pt x="139445" y="2286"/>
                  </a:cubicBezTo>
                  <a:cubicBezTo>
                    <a:pt x="146938" y="3810"/>
                    <a:pt x="154304" y="5969"/>
                    <a:pt x="161289" y="8890"/>
                  </a:cubicBezTo>
                  <a:cubicBezTo>
                    <a:pt x="168274" y="11811"/>
                    <a:pt x="175132" y="15367"/>
                    <a:pt x="181482" y="19685"/>
                  </a:cubicBezTo>
                  <a:cubicBezTo>
                    <a:pt x="187832" y="24003"/>
                    <a:pt x="193801" y="28829"/>
                    <a:pt x="199135" y="34163"/>
                  </a:cubicBezTo>
                  <a:cubicBezTo>
                    <a:pt x="204469" y="39497"/>
                    <a:pt x="209422" y="45466"/>
                    <a:pt x="213613" y="51816"/>
                  </a:cubicBezTo>
                  <a:cubicBezTo>
                    <a:pt x="217804" y="58166"/>
                    <a:pt x="221487" y="64897"/>
                    <a:pt x="224408" y="72009"/>
                  </a:cubicBezTo>
                  <a:cubicBezTo>
                    <a:pt x="227329" y="79121"/>
                    <a:pt x="229615" y="86360"/>
                    <a:pt x="231012" y="93853"/>
                  </a:cubicBezTo>
                  <a:cubicBezTo>
                    <a:pt x="232409" y="101346"/>
                    <a:pt x="233297" y="108965"/>
                    <a:pt x="233297" y="116585"/>
                  </a:cubicBezTo>
                  <a:close/>
                </a:path>
              </a:pathLst>
            </a:custGeom>
            <a:solidFill>
              <a:srgbClr val="36211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94830" y="6399105"/>
            <a:ext cx="233467" cy="233467"/>
            <a:chOff x="0" y="0"/>
            <a:chExt cx="233464" cy="2334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424" cy="233298"/>
            </a:xfrm>
            <a:custGeom>
              <a:avLst/>
              <a:gdLst/>
              <a:ahLst/>
              <a:cxnLst/>
              <a:rect r="r" b="b" t="t" l="l"/>
              <a:pathLst>
                <a:path h="233298" w="233424">
                  <a:moveTo>
                    <a:pt x="233424" y="116712"/>
                  </a:moveTo>
                  <a:cubicBezTo>
                    <a:pt x="233424" y="124332"/>
                    <a:pt x="232663" y="131952"/>
                    <a:pt x="231139" y="139445"/>
                  </a:cubicBezTo>
                  <a:cubicBezTo>
                    <a:pt x="229615" y="146938"/>
                    <a:pt x="227456" y="154304"/>
                    <a:pt x="224535" y="161289"/>
                  </a:cubicBezTo>
                  <a:cubicBezTo>
                    <a:pt x="221614" y="168274"/>
                    <a:pt x="218058" y="175132"/>
                    <a:pt x="213740" y="181482"/>
                  </a:cubicBezTo>
                  <a:cubicBezTo>
                    <a:pt x="209422" y="187832"/>
                    <a:pt x="204596" y="193801"/>
                    <a:pt x="199262" y="199135"/>
                  </a:cubicBezTo>
                  <a:cubicBezTo>
                    <a:pt x="193928" y="204469"/>
                    <a:pt x="187959" y="209422"/>
                    <a:pt x="181609" y="213613"/>
                  </a:cubicBezTo>
                  <a:cubicBezTo>
                    <a:pt x="175259" y="217804"/>
                    <a:pt x="168528" y="221487"/>
                    <a:pt x="161416" y="224408"/>
                  </a:cubicBezTo>
                  <a:cubicBezTo>
                    <a:pt x="154304" y="227329"/>
                    <a:pt x="147065" y="229615"/>
                    <a:pt x="139572" y="231012"/>
                  </a:cubicBezTo>
                  <a:cubicBezTo>
                    <a:pt x="132079" y="232409"/>
                    <a:pt x="124459" y="233298"/>
                    <a:pt x="116839" y="233298"/>
                  </a:cubicBezTo>
                  <a:cubicBezTo>
                    <a:pt x="109219" y="233298"/>
                    <a:pt x="101599" y="232536"/>
                    <a:pt x="94106" y="231012"/>
                  </a:cubicBezTo>
                  <a:cubicBezTo>
                    <a:pt x="86613" y="229488"/>
                    <a:pt x="79247" y="227329"/>
                    <a:pt x="72263" y="224408"/>
                  </a:cubicBezTo>
                  <a:cubicBezTo>
                    <a:pt x="65278" y="221487"/>
                    <a:pt x="58420" y="217931"/>
                    <a:pt x="52070" y="213613"/>
                  </a:cubicBezTo>
                  <a:cubicBezTo>
                    <a:pt x="45720" y="209295"/>
                    <a:pt x="39751" y="204469"/>
                    <a:pt x="34417" y="199135"/>
                  </a:cubicBezTo>
                  <a:cubicBezTo>
                    <a:pt x="29083" y="193801"/>
                    <a:pt x="24130" y="187832"/>
                    <a:pt x="19939" y="181482"/>
                  </a:cubicBezTo>
                  <a:cubicBezTo>
                    <a:pt x="15748" y="175132"/>
                    <a:pt x="11811" y="168528"/>
                    <a:pt x="8890" y="161416"/>
                  </a:cubicBezTo>
                  <a:cubicBezTo>
                    <a:pt x="5969" y="154304"/>
                    <a:pt x="3683" y="147065"/>
                    <a:pt x="2286" y="139445"/>
                  </a:cubicBezTo>
                  <a:cubicBezTo>
                    <a:pt x="889" y="131825"/>
                    <a:pt x="0" y="124459"/>
                    <a:pt x="0" y="116712"/>
                  </a:cubicBezTo>
                  <a:cubicBezTo>
                    <a:pt x="0" y="108965"/>
                    <a:pt x="762" y="101473"/>
                    <a:pt x="2286" y="93980"/>
                  </a:cubicBezTo>
                  <a:cubicBezTo>
                    <a:pt x="3810" y="86487"/>
                    <a:pt x="5969" y="79121"/>
                    <a:pt x="8890" y="72009"/>
                  </a:cubicBezTo>
                  <a:cubicBezTo>
                    <a:pt x="11811" y="64897"/>
                    <a:pt x="15367" y="58166"/>
                    <a:pt x="19685" y="51816"/>
                  </a:cubicBezTo>
                  <a:cubicBezTo>
                    <a:pt x="24003" y="45466"/>
                    <a:pt x="28829" y="39497"/>
                    <a:pt x="34163" y="34163"/>
                  </a:cubicBezTo>
                  <a:cubicBezTo>
                    <a:pt x="39497" y="28829"/>
                    <a:pt x="45466" y="23876"/>
                    <a:pt x="51816" y="19685"/>
                  </a:cubicBezTo>
                  <a:cubicBezTo>
                    <a:pt x="58166" y="15494"/>
                    <a:pt x="65024" y="11811"/>
                    <a:pt x="72009" y="8890"/>
                  </a:cubicBezTo>
                  <a:cubicBezTo>
                    <a:pt x="78994" y="5969"/>
                    <a:pt x="86486" y="3683"/>
                    <a:pt x="93979" y="2286"/>
                  </a:cubicBezTo>
                  <a:cubicBezTo>
                    <a:pt x="101472" y="889"/>
                    <a:pt x="109092" y="0"/>
                    <a:pt x="116712" y="0"/>
                  </a:cubicBezTo>
                  <a:cubicBezTo>
                    <a:pt x="124332" y="0"/>
                    <a:pt x="131952" y="762"/>
                    <a:pt x="139445" y="2286"/>
                  </a:cubicBezTo>
                  <a:cubicBezTo>
                    <a:pt x="146938" y="3810"/>
                    <a:pt x="154304" y="5969"/>
                    <a:pt x="161289" y="8890"/>
                  </a:cubicBezTo>
                  <a:cubicBezTo>
                    <a:pt x="168274" y="11811"/>
                    <a:pt x="175132" y="15367"/>
                    <a:pt x="181482" y="19685"/>
                  </a:cubicBezTo>
                  <a:cubicBezTo>
                    <a:pt x="187832" y="24003"/>
                    <a:pt x="193801" y="28829"/>
                    <a:pt x="199135" y="34163"/>
                  </a:cubicBezTo>
                  <a:cubicBezTo>
                    <a:pt x="204469" y="39497"/>
                    <a:pt x="209422" y="45466"/>
                    <a:pt x="213613" y="51816"/>
                  </a:cubicBezTo>
                  <a:cubicBezTo>
                    <a:pt x="217804" y="58166"/>
                    <a:pt x="221487" y="64897"/>
                    <a:pt x="224408" y="72009"/>
                  </a:cubicBezTo>
                  <a:cubicBezTo>
                    <a:pt x="227329" y="79121"/>
                    <a:pt x="229615" y="86360"/>
                    <a:pt x="231012" y="93853"/>
                  </a:cubicBezTo>
                  <a:cubicBezTo>
                    <a:pt x="232409" y="101346"/>
                    <a:pt x="233297" y="108965"/>
                    <a:pt x="233297" y="116585"/>
                  </a:cubicBezTo>
                  <a:close/>
                </a:path>
              </a:pathLst>
            </a:custGeom>
            <a:solidFill>
              <a:srgbClr val="36211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94830" y="7310723"/>
            <a:ext cx="233467" cy="233467"/>
            <a:chOff x="0" y="0"/>
            <a:chExt cx="233464" cy="2334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424" cy="233298"/>
            </a:xfrm>
            <a:custGeom>
              <a:avLst/>
              <a:gdLst/>
              <a:ahLst/>
              <a:cxnLst/>
              <a:rect r="r" b="b" t="t" l="l"/>
              <a:pathLst>
                <a:path h="233298" w="233424">
                  <a:moveTo>
                    <a:pt x="233424" y="116712"/>
                  </a:moveTo>
                  <a:cubicBezTo>
                    <a:pt x="233424" y="124332"/>
                    <a:pt x="232663" y="131952"/>
                    <a:pt x="231139" y="139445"/>
                  </a:cubicBezTo>
                  <a:cubicBezTo>
                    <a:pt x="229615" y="146938"/>
                    <a:pt x="227456" y="154304"/>
                    <a:pt x="224535" y="161289"/>
                  </a:cubicBezTo>
                  <a:cubicBezTo>
                    <a:pt x="221614" y="168274"/>
                    <a:pt x="218058" y="175132"/>
                    <a:pt x="213740" y="181482"/>
                  </a:cubicBezTo>
                  <a:cubicBezTo>
                    <a:pt x="209422" y="187832"/>
                    <a:pt x="204596" y="193801"/>
                    <a:pt x="199262" y="199135"/>
                  </a:cubicBezTo>
                  <a:cubicBezTo>
                    <a:pt x="193928" y="204469"/>
                    <a:pt x="187959" y="209422"/>
                    <a:pt x="181609" y="213613"/>
                  </a:cubicBezTo>
                  <a:cubicBezTo>
                    <a:pt x="175259" y="217804"/>
                    <a:pt x="168528" y="221487"/>
                    <a:pt x="161416" y="224408"/>
                  </a:cubicBezTo>
                  <a:cubicBezTo>
                    <a:pt x="154304" y="227329"/>
                    <a:pt x="147065" y="229615"/>
                    <a:pt x="139572" y="231012"/>
                  </a:cubicBezTo>
                  <a:cubicBezTo>
                    <a:pt x="132079" y="232409"/>
                    <a:pt x="124459" y="233298"/>
                    <a:pt x="116839" y="233298"/>
                  </a:cubicBezTo>
                  <a:cubicBezTo>
                    <a:pt x="109219" y="233298"/>
                    <a:pt x="101599" y="232536"/>
                    <a:pt x="94106" y="231012"/>
                  </a:cubicBezTo>
                  <a:cubicBezTo>
                    <a:pt x="86613" y="229488"/>
                    <a:pt x="79247" y="227329"/>
                    <a:pt x="72263" y="224408"/>
                  </a:cubicBezTo>
                  <a:cubicBezTo>
                    <a:pt x="65278" y="221487"/>
                    <a:pt x="58420" y="217931"/>
                    <a:pt x="52070" y="213613"/>
                  </a:cubicBezTo>
                  <a:cubicBezTo>
                    <a:pt x="45720" y="209295"/>
                    <a:pt x="39751" y="204469"/>
                    <a:pt x="34417" y="199135"/>
                  </a:cubicBezTo>
                  <a:cubicBezTo>
                    <a:pt x="29083" y="193801"/>
                    <a:pt x="24130" y="187832"/>
                    <a:pt x="19939" y="181482"/>
                  </a:cubicBezTo>
                  <a:cubicBezTo>
                    <a:pt x="15748" y="175132"/>
                    <a:pt x="11811" y="168528"/>
                    <a:pt x="8890" y="161416"/>
                  </a:cubicBezTo>
                  <a:cubicBezTo>
                    <a:pt x="5969" y="154304"/>
                    <a:pt x="3683" y="147065"/>
                    <a:pt x="2286" y="139445"/>
                  </a:cubicBezTo>
                  <a:cubicBezTo>
                    <a:pt x="889" y="131825"/>
                    <a:pt x="0" y="124459"/>
                    <a:pt x="0" y="116712"/>
                  </a:cubicBezTo>
                  <a:cubicBezTo>
                    <a:pt x="0" y="108965"/>
                    <a:pt x="762" y="101473"/>
                    <a:pt x="2286" y="93980"/>
                  </a:cubicBezTo>
                  <a:cubicBezTo>
                    <a:pt x="3810" y="86487"/>
                    <a:pt x="5969" y="79121"/>
                    <a:pt x="8890" y="72009"/>
                  </a:cubicBezTo>
                  <a:cubicBezTo>
                    <a:pt x="11811" y="64897"/>
                    <a:pt x="15367" y="58166"/>
                    <a:pt x="19685" y="51816"/>
                  </a:cubicBezTo>
                  <a:cubicBezTo>
                    <a:pt x="24003" y="45466"/>
                    <a:pt x="28829" y="39497"/>
                    <a:pt x="34163" y="34163"/>
                  </a:cubicBezTo>
                  <a:cubicBezTo>
                    <a:pt x="39497" y="28829"/>
                    <a:pt x="45466" y="23876"/>
                    <a:pt x="51816" y="19685"/>
                  </a:cubicBezTo>
                  <a:cubicBezTo>
                    <a:pt x="58166" y="15494"/>
                    <a:pt x="65024" y="11811"/>
                    <a:pt x="72009" y="8890"/>
                  </a:cubicBezTo>
                  <a:cubicBezTo>
                    <a:pt x="78994" y="5969"/>
                    <a:pt x="86486" y="3683"/>
                    <a:pt x="93979" y="2286"/>
                  </a:cubicBezTo>
                  <a:cubicBezTo>
                    <a:pt x="101472" y="889"/>
                    <a:pt x="109092" y="0"/>
                    <a:pt x="116712" y="0"/>
                  </a:cubicBezTo>
                  <a:cubicBezTo>
                    <a:pt x="124332" y="0"/>
                    <a:pt x="131952" y="762"/>
                    <a:pt x="139445" y="2286"/>
                  </a:cubicBezTo>
                  <a:cubicBezTo>
                    <a:pt x="146938" y="3810"/>
                    <a:pt x="154304" y="5969"/>
                    <a:pt x="161289" y="8890"/>
                  </a:cubicBezTo>
                  <a:cubicBezTo>
                    <a:pt x="168274" y="11811"/>
                    <a:pt x="175132" y="15367"/>
                    <a:pt x="181482" y="19685"/>
                  </a:cubicBezTo>
                  <a:cubicBezTo>
                    <a:pt x="187832" y="24003"/>
                    <a:pt x="193801" y="28829"/>
                    <a:pt x="199135" y="34163"/>
                  </a:cubicBezTo>
                  <a:cubicBezTo>
                    <a:pt x="204469" y="39497"/>
                    <a:pt x="209422" y="45466"/>
                    <a:pt x="213613" y="51816"/>
                  </a:cubicBezTo>
                  <a:cubicBezTo>
                    <a:pt x="217804" y="58166"/>
                    <a:pt x="221487" y="64897"/>
                    <a:pt x="224408" y="72009"/>
                  </a:cubicBezTo>
                  <a:cubicBezTo>
                    <a:pt x="227329" y="79121"/>
                    <a:pt x="229615" y="86360"/>
                    <a:pt x="231012" y="93853"/>
                  </a:cubicBezTo>
                  <a:cubicBezTo>
                    <a:pt x="232409" y="101346"/>
                    <a:pt x="233297" y="108965"/>
                    <a:pt x="233297" y="116585"/>
                  </a:cubicBezTo>
                  <a:close/>
                </a:path>
              </a:pathLst>
            </a:custGeom>
            <a:solidFill>
              <a:srgbClr val="36211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47081" y="3679488"/>
            <a:ext cx="8115300" cy="2409825"/>
            <a:chOff x="0" y="0"/>
            <a:chExt cx="10820400" cy="3213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20400" cy="3213100"/>
            </a:xfrm>
            <a:custGeom>
              <a:avLst/>
              <a:gdLst/>
              <a:ahLst/>
              <a:cxnLst/>
              <a:rect r="r" b="b" t="t" l="l"/>
              <a:pathLst>
                <a:path h="3213100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3213100"/>
                  </a:lnTo>
                  <a:lnTo>
                    <a:pt x="0" y="3213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523601" y="2308955"/>
            <a:ext cx="6563601" cy="546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7"/>
              </a:lnSpc>
            </a:pPr>
            <a:r>
              <a:rPr lang="en-US" sz="5127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Use Case Diagram Data Flow Diagram Activity Diagram Sequence Diagram Class Diagram Deployment Diagram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191234"/>
            <a:ext cx="156696" cy="35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538" y="3841099"/>
            <a:ext cx="6679704" cy="123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72"/>
              </a:lnSpc>
            </a:pPr>
            <a:r>
              <a:rPr lang="en-US" b="true" sz="726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UML</a:t>
            </a:r>
            <a:r>
              <a:rPr lang="en-US" sz="7265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726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Diagrams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71475"/>
            <a:chOff x="0" y="0"/>
            <a:chExt cx="24384000" cy="49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51510" r="0" b="-111772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610199" y="1235318"/>
            <a:ext cx="3792557" cy="9051682"/>
          </a:xfrm>
          <a:custGeom>
            <a:avLst/>
            <a:gdLst/>
            <a:ahLst/>
            <a:cxnLst/>
            <a:rect r="r" b="b" t="t" l="l"/>
            <a:pathLst>
              <a:path h="9051682" w="3792557">
                <a:moveTo>
                  <a:pt x="0" y="0"/>
                </a:moveTo>
                <a:lnTo>
                  <a:pt x="3792557" y="0"/>
                </a:lnTo>
                <a:lnTo>
                  <a:pt x="3792557" y="9051682"/>
                </a:lnTo>
                <a:lnTo>
                  <a:pt x="0" y="9051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82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34395" y="4069194"/>
            <a:ext cx="2986059" cy="215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3"/>
              </a:lnSpc>
            </a:pPr>
            <a:r>
              <a:rPr lang="en-US" sz="6137">
                <a:solidFill>
                  <a:srgbClr val="566045"/>
                </a:solidFill>
                <a:latin typeface="Gagalin"/>
                <a:ea typeface="Gagalin"/>
                <a:cs typeface="Gagalin"/>
                <a:sym typeface="Gagalin"/>
              </a:rPr>
              <a:t>USE CASE DIAGRAM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191234"/>
            <a:ext cx="153029" cy="35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71475"/>
            <a:chOff x="0" y="0"/>
            <a:chExt cx="24384000" cy="49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51510" r="0" b="-111772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833106" y="1938299"/>
            <a:ext cx="13040961" cy="8324597"/>
          </a:xfrm>
          <a:custGeom>
            <a:avLst/>
            <a:gdLst/>
            <a:ahLst/>
            <a:cxnLst/>
            <a:rect r="r" b="b" t="t" l="l"/>
            <a:pathLst>
              <a:path h="8324597" w="13040961">
                <a:moveTo>
                  <a:pt x="0" y="0"/>
                </a:moveTo>
                <a:lnTo>
                  <a:pt x="13040960" y="0"/>
                </a:lnTo>
                <a:lnTo>
                  <a:pt x="13040960" y="8324598"/>
                </a:lnTo>
                <a:lnTo>
                  <a:pt x="0" y="832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426" r="0" b="-94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191234"/>
            <a:ext cx="166564" cy="35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9219" y="1183577"/>
            <a:ext cx="4797704" cy="75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5"/>
              </a:lnSpc>
            </a:pPr>
            <a:r>
              <a:rPr lang="en-US" sz="4389">
                <a:solidFill>
                  <a:srgbClr val="566045"/>
                </a:solidFill>
                <a:latin typeface="Gagalin"/>
                <a:ea typeface="Gagalin"/>
                <a:cs typeface="Gagalin"/>
                <a:sym typeface="Gagalin"/>
              </a:rPr>
              <a:t>Data Flow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71475"/>
            <a:chOff x="0" y="0"/>
            <a:chExt cx="24384000" cy="49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51510" r="0" b="-111772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124735" y="371475"/>
            <a:ext cx="3867640" cy="9647306"/>
          </a:xfrm>
          <a:custGeom>
            <a:avLst/>
            <a:gdLst/>
            <a:ahLst/>
            <a:cxnLst/>
            <a:rect r="r" b="b" t="t" l="l"/>
            <a:pathLst>
              <a:path h="9647306" w="3867640">
                <a:moveTo>
                  <a:pt x="0" y="0"/>
                </a:moveTo>
                <a:lnTo>
                  <a:pt x="3867640" y="0"/>
                </a:lnTo>
                <a:lnTo>
                  <a:pt x="3867640" y="9647306"/>
                </a:lnTo>
                <a:lnTo>
                  <a:pt x="0" y="9647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56" t="0" r="-165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191234"/>
            <a:ext cx="127740" cy="35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2625" y="648853"/>
            <a:ext cx="4345191" cy="75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5"/>
              </a:lnSpc>
            </a:pPr>
            <a:r>
              <a:rPr lang="en-US" sz="4389">
                <a:solidFill>
                  <a:srgbClr val="566045"/>
                </a:solidFill>
                <a:latin typeface="Gagalin"/>
                <a:ea typeface="Gagalin"/>
                <a:cs typeface="Gagalin"/>
                <a:sym typeface="Gagalin"/>
              </a:rPr>
              <a:t>Activity Diagram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04399" y="643347"/>
            <a:ext cx="2340616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(Student as an actor)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71475"/>
            <a:chOff x="0" y="0"/>
            <a:chExt cx="24384000" cy="49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51510" r="0" b="-111772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497596" y="1265444"/>
            <a:ext cx="11640718" cy="9021556"/>
          </a:xfrm>
          <a:custGeom>
            <a:avLst/>
            <a:gdLst/>
            <a:ahLst/>
            <a:cxnLst/>
            <a:rect r="r" b="b" t="t" l="l"/>
            <a:pathLst>
              <a:path h="9021556" w="11640718">
                <a:moveTo>
                  <a:pt x="0" y="0"/>
                </a:moveTo>
                <a:lnTo>
                  <a:pt x="11640717" y="0"/>
                </a:lnTo>
                <a:lnTo>
                  <a:pt x="11640717" y="9021556"/>
                </a:lnTo>
                <a:lnTo>
                  <a:pt x="0" y="9021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758400" y="9040416"/>
            <a:ext cx="156448" cy="35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9148" y="510721"/>
            <a:ext cx="4605566" cy="75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5"/>
              </a:lnSpc>
            </a:pPr>
            <a:r>
              <a:rPr lang="en-US" sz="4389">
                <a:solidFill>
                  <a:srgbClr val="566045"/>
                </a:solidFill>
                <a:latin typeface="Gagalin"/>
                <a:ea typeface="Gagalin"/>
                <a:cs typeface="Gagalin"/>
                <a:sym typeface="Gagalin"/>
              </a:rPr>
              <a:t>Sequence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71475"/>
            <a:chOff x="0" y="0"/>
            <a:chExt cx="24384000" cy="49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51510" r="0" b="-111772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77362" y="734578"/>
            <a:ext cx="11671442" cy="8809758"/>
          </a:xfrm>
          <a:custGeom>
            <a:avLst/>
            <a:gdLst/>
            <a:ahLst/>
            <a:cxnLst/>
            <a:rect r="r" b="b" t="t" l="l"/>
            <a:pathLst>
              <a:path h="8809758" w="11671442">
                <a:moveTo>
                  <a:pt x="0" y="0"/>
                </a:moveTo>
                <a:lnTo>
                  <a:pt x="11671442" y="0"/>
                </a:lnTo>
                <a:lnTo>
                  <a:pt x="11671442" y="8809758"/>
                </a:lnTo>
                <a:lnTo>
                  <a:pt x="0" y="8809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2" t="0" r="-332" b="-744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191234"/>
            <a:ext cx="314896" cy="35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995" y="648853"/>
            <a:ext cx="3848367" cy="75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5"/>
              </a:lnSpc>
            </a:pPr>
            <a:r>
              <a:rPr lang="en-US" sz="4389">
                <a:solidFill>
                  <a:srgbClr val="566045"/>
                </a:solidFill>
                <a:latin typeface="Gagalin"/>
                <a:ea typeface="Gagalin"/>
                <a:cs typeface="Gagalin"/>
                <a:sym typeface="Gagalin"/>
              </a:rPr>
              <a:t>Class Diagram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71475"/>
            <a:chOff x="0" y="0"/>
            <a:chExt cx="24384000" cy="495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51510" r="0" b="-111772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894902" y="1408443"/>
            <a:ext cx="14364398" cy="8507082"/>
          </a:xfrm>
          <a:custGeom>
            <a:avLst/>
            <a:gdLst/>
            <a:ahLst/>
            <a:cxnLst/>
            <a:rect r="r" b="b" t="t" l="l"/>
            <a:pathLst>
              <a:path h="8507082" w="14364398">
                <a:moveTo>
                  <a:pt x="0" y="0"/>
                </a:moveTo>
                <a:lnTo>
                  <a:pt x="14364398" y="0"/>
                </a:lnTo>
                <a:lnTo>
                  <a:pt x="14364398" y="8507082"/>
                </a:lnTo>
                <a:lnTo>
                  <a:pt x="0" y="85070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568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191234"/>
            <a:ext cx="275692" cy="35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3423" y="653263"/>
            <a:ext cx="5207289" cy="75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9"/>
              </a:lnSpc>
            </a:pPr>
            <a:r>
              <a:rPr lang="en-US" sz="4392">
                <a:solidFill>
                  <a:srgbClr val="566045"/>
                </a:solidFill>
                <a:latin typeface="Gagalin"/>
                <a:ea typeface="Gagalin"/>
                <a:cs typeface="Gagalin"/>
                <a:sym typeface="Gagalin"/>
              </a:rPr>
              <a:t>DeployMENT Diagram</a:t>
            </a:r>
            <a:r>
              <a:rPr lang="en-US" sz="439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DAHMBF81Qlc</dc:identifier>
  <dcterms:modified xsi:type="dcterms:W3CDTF">2011-08-01T06:04:30Z</dcterms:modified>
  <cp:revision>1</cp:revision>
  <dc:title>ppt2.pdf</dc:title>
</cp:coreProperties>
</file>